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embeddedFontLst>
    <p:embeddedFont>
      <p:font typeface="Poppins" pitchFamily="2" charset="77"/>
      <p:regular r:id="rId4"/>
      <p:bold r:id="rId5"/>
      <p:italic r:id="rId6"/>
      <p:boldItalic r:id="rId7"/>
    </p:embeddedFont>
    <p:embeddedFont>
      <p:font typeface="Poppins ExtraBold" panose="020B0604020202020204" pitchFamily="34" charset="0"/>
      <p:bold r:id="rId8"/>
      <p:italic r:id="rId9"/>
      <p:boldItalic r:id="rId10"/>
    </p:embeddedFont>
    <p:embeddedFont>
      <p:font typeface="Poppins Medium" panose="020B0604020202020204" pitchFamily="3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11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52"/>
    <p:restoredTop sz="94658"/>
  </p:normalViewPr>
  <p:slideViewPr>
    <p:cSldViewPr snapToGrid="0">
      <p:cViewPr varScale="1">
        <p:scale>
          <a:sx n="160" d="100"/>
          <a:sy n="160" d="100"/>
        </p:scale>
        <p:origin x="728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presProps" Target="pres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AB11B7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5480900" y="-2879800"/>
            <a:ext cx="6778200" cy="6354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" name="Google Shape;55;p13" title="e18-loglo-web-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443925" cy="82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nhs-logo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2411" y="304750"/>
            <a:ext cx="799303" cy="43813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7041550" y="695450"/>
            <a:ext cx="15684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7550" tIns="77550" rIns="77550" bIns="7755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8">
                <a:solidFill>
                  <a:srgbClr val="1C5CB1"/>
                </a:solidFill>
                <a:latin typeface="Poppins"/>
                <a:ea typeface="Poppins"/>
                <a:cs typeface="Poppins"/>
                <a:sym typeface="Poppins"/>
              </a:rPr>
              <a:t>[NHS Org Name Placeholder]</a:t>
            </a:r>
            <a:endParaRPr sz="848">
              <a:solidFill>
                <a:srgbClr val="1C5CB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-3235250" y="4134700"/>
            <a:ext cx="6294600" cy="3602100"/>
          </a:xfrm>
          <a:prstGeom prst="ellipse">
            <a:avLst/>
          </a:prstGeom>
          <a:solidFill>
            <a:srgbClr val="D5F7FA"/>
          </a:solidFill>
          <a:ln w="19050" cap="flat" cmpd="sng">
            <a:solidFill>
              <a:srgbClr val="2DD7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152400" y="1029975"/>
            <a:ext cx="5432241" cy="55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lt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[Headline Statement Placeholder]</a:t>
            </a:r>
            <a:endParaRPr dirty="0">
              <a:solidFill>
                <a:schemeClr val="lt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62100" y="1304522"/>
            <a:ext cx="518700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2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Process Name: [Waiting List Validation]</a:t>
            </a:r>
            <a:endParaRPr sz="1000">
              <a:solidFill>
                <a:schemeClr val="lt2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513100" y="978325"/>
            <a:ext cx="3172200" cy="37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AB11B7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[Process Category Placeholder]</a:t>
            </a:r>
            <a:endParaRPr>
              <a:solidFill>
                <a:srgbClr val="AB11B7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5740025" y="1304525"/>
            <a:ext cx="294480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accent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Systems Used: [PAS | RADAR | Patient Hub]</a:t>
            </a:r>
            <a:endParaRPr sz="1000">
              <a:solidFill>
                <a:schemeClr val="accent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249938" y="1828165"/>
            <a:ext cx="2063700" cy="301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/>
          <p:cNvSpPr/>
          <p:nvPr/>
        </p:nvSpPr>
        <p:spPr>
          <a:xfrm>
            <a:off x="249938" y="1720475"/>
            <a:ext cx="2063700" cy="680100"/>
          </a:xfrm>
          <a:prstGeom prst="roundRect">
            <a:avLst>
              <a:gd name="adj" fmla="val 39345"/>
            </a:avLst>
          </a:prstGeom>
          <a:solidFill>
            <a:srgbClr val="FF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249938" y="1953090"/>
            <a:ext cx="2063700" cy="491100"/>
          </a:xfrm>
          <a:prstGeom prst="roundRect">
            <a:avLst>
              <a:gd name="adj" fmla="val 0"/>
            </a:avLst>
          </a:prstGeom>
          <a:solidFill>
            <a:srgbClr val="FFF6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3"/>
          <p:cNvSpPr txBox="1"/>
          <p:nvPr/>
        </p:nvSpPr>
        <p:spPr>
          <a:xfrm>
            <a:off x="249938" y="2090086"/>
            <a:ext cx="2063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rgbClr val="DA7C29"/>
                </a:solidFill>
                <a:latin typeface="Poppins"/>
                <a:ea typeface="Poppins"/>
                <a:cs typeface="Poppins"/>
                <a:sym typeface="Poppins"/>
              </a:rPr>
              <a:t>MANUAL PROCESS</a:t>
            </a:r>
            <a:endParaRPr sz="1100" b="1">
              <a:solidFill>
                <a:srgbClr val="DA7C2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7" name="Google Shape;67;p13" title="Untitled design (4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3845" y="1782805"/>
            <a:ext cx="375811" cy="37530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 txBox="1"/>
          <p:nvPr/>
        </p:nvSpPr>
        <p:spPr>
          <a:xfrm>
            <a:off x="286775" y="2432776"/>
            <a:ext cx="1989900" cy="22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AB11B7"/>
                </a:solidFill>
                <a:latin typeface="Poppins"/>
                <a:ea typeface="Poppins"/>
                <a:cs typeface="Poppins"/>
                <a:sym typeface="Poppins"/>
              </a:rPr>
              <a:t>[Manual processes placeholder]</a:t>
            </a:r>
            <a:endParaRPr sz="900" dirty="0">
              <a:solidFill>
                <a:srgbClr val="AB11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2443413" y="1828165"/>
            <a:ext cx="2063700" cy="301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2443413" y="1720475"/>
            <a:ext cx="2063700" cy="680100"/>
          </a:xfrm>
          <a:prstGeom prst="roundRect">
            <a:avLst>
              <a:gd name="adj" fmla="val 39345"/>
            </a:avLst>
          </a:prstGeom>
          <a:solidFill>
            <a:srgbClr val="D7F4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3"/>
          <p:cNvSpPr/>
          <p:nvPr/>
        </p:nvSpPr>
        <p:spPr>
          <a:xfrm>
            <a:off x="2443413" y="1953090"/>
            <a:ext cx="2063700" cy="491100"/>
          </a:xfrm>
          <a:prstGeom prst="roundRect">
            <a:avLst>
              <a:gd name="adj" fmla="val 0"/>
            </a:avLst>
          </a:prstGeom>
          <a:solidFill>
            <a:srgbClr val="D7F4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3"/>
          <p:cNvSpPr txBox="1"/>
          <p:nvPr/>
        </p:nvSpPr>
        <p:spPr>
          <a:xfrm>
            <a:off x="2443413" y="2090086"/>
            <a:ext cx="2063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rgbClr val="258BAD"/>
                </a:solidFill>
                <a:latin typeface="Poppins"/>
                <a:ea typeface="Poppins"/>
                <a:cs typeface="Poppins"/>
                <a:sym typeface="Poppins"/>
              </a:rPr>
              <a:t>CHALLENGES</a:t>
            </a:r>
            <a:endParaRPr sz="1100" b="1">
              <a:solidFill>
                <a:srgbClr val="258BA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2480250" y="2432776"/>
            <a:ext cx="1989900" cy="22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AB11B7"/>
                </a:solidFill>
                <a:latin typeface="Poppins"/>
                <a:ea typeface="Poppins"/>
                <a:cs typeface="Poppins"/>
                <a:sym typeface="Poppins"/>
              </a:rPr>
              <a:t>[Challenges placeholder]</a:t>
            </a:r>
            <a:endParaRPr sz="900" dirty="0">
              <a:solidFill>
                <a:srgbClr val="AB11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" name="Google Shape;74;p13"/>
          <p:cNvSpPr/>
          <p:nvPr/>
        </p:nvSpPr>
        <p:spPr>
          <a:xfrm>
            <a:off x="4636888" y="1828165"/>
            <a:ext cx="2063700" cy="301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3"/>
          <p:cNvSpPr/>
          <p:nvPr/>
        </p:nvSpPr>
        <p:spPr>
          <a:xfrm>
            <a:off x="4636888" y="1720475"/>
            <a:ext cx="2063700" cy="680100"/>
          </a:xfrm>
          <a:prstGeom prst="roundRect">
            <a:avLst>
              <a:gd name="adj" fmla="val 39345"/>
            </a:avLst>
          </a:prstGeom>
          <a:solidFill>
            <a:srgbClr val="F0E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3"/>
          <p:cNvSpPr/>
          <p:nvPr/>
        </p:nvSpPr>
        <p:spPr>
          <a:xfrm>
            <a:off x="4636888" y="1953090"/>
            <a:ext cx="2063700" cy="491100"/>
          </a:xfrm>
          <a:prstGeom prst="roundRect">
            <a:avLst>
              <a:gd name="adj" fmla="val 0"/>
            </a:avLst>
          </a:prstGeom>
          <a:solidFill>
            <a:srgbClr val="F0E1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3"/>
          <p:cNvSpPr txBox="1"/>
          <p:nvPr/>
        </p:nvSpPr>
        <p:spPr>
          <a:xfrm>
            <a:off x="4636888" y="2090086"/>
            <a:ext cx="2063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rgbClr val="AB11B7"/>
                </a:solidFill>
                <a:latin typeface="Poppins"/>
                <a:ea typeface="Poppins"/>
                <a:cs typeface="Poppins"/>
                <a:sym typeface="Poppins"/>
              </a:rPr>
              <a:t>RPA SOLUTION</a:t>
            </a:r>
            <a:endParaRPr sz="1100" b="1">
              <a:solidFill>
                <a:srgbClr val="AB11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4673725" y="2432776"/>
            <a:ext cx="1989900" cy="22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dirty="0">
                <a:solidFill>
                  <a:srgbClr val="AB11B7"/>
                </a:solidFill>
                <a:latin typeface="Poppins"/>
                <a:ea typeface="Poppins"/>
                <a:cs typeface="Poppins"/>
                <a:sym typeface="Poppins"/>
              </a:rPr>
              <a:t>[RPA Solution placeholder]</a:t>
            </a:r>
            <a:endParaRPr sz="900" dirty="0">
              <a:solidFill>
                <a:srgbClr val="AB11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Google Shape;79;p13"/>
          <p:cNvSpPr/>
          <p:nvPr/>
        </p:nvSpPr>
        <p:spPr>
          <a:xfrm>
            <a:off x="6830363" y="1828165"/>
            <a:ext cx="2063700" cy="301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3"/>
          <p:cNvSpPr/>
          <p:nvPr/>
        </p:nvSpPr>
        <p:spPr>
          <a:xfrm>
            <a:off x="6830363" y="1720475"/>
            <a:ext cx="2063700" cy="680100"/>
          </a:xfrm>
          <a:prstGeom prst="roundRect">
            <a:avLst>
              <a:gd name="adj" fmla="val 39345"/>
            </a:avLst>
          </a:prstGeom>
          <a:solidFill>
            <a:srgbClr val="D7E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6830363" y="1953090"/>
            <a:ext cx="2063700" cy="491100"/>
          </a:xfrm>
          <a:prstGeom prst="roundRect">
            <a:avLst>
              <a:gd name="adj" fmla="val 0"/>
            </a:avLst>
          </a:prstGeom>
          <a:solidFill>
            <a:srgbClr val="D7E7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3"/>
          <p:cNvSpPr txBox="1"/>
          <p:nvPr/>
        </p:nvSpPr>
        <p:spPr>
          <a:xfrm>
            <a:off x="6830363" y="2090086"/>
            <a:ext cx="2063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rgbClr val="4F62E2"/>
                </a:solidFill>
                <a:latin typeface="Poppins"/>
                <a:ea typeface="Poppins"/>
                <a:cs typeface="Poppins"/>
                <a:sym typeface="Poppins"/>
              </a:rPr>
              <a:t>BENEFITS</a:t>
            </a:r>
            <a:endParaRPr sz="1100" b="1">
              <a:solidFill>
                <a:srgbClr val="4F62E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6867200" y="2432776"/>
            <a:ext cx="1989900" cy="22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rgbClr val="AB11B7"/>
                </a:solidFill>
                <a:latin typeface="Poppins"/>
                <a:ea typeface="Poppins"/>
                <a:cs typeface="Poppins"/>
                <a:sym typeface="Poppins"/>
              </a:rPr>
              <a:t>[Benefits placeholder]</a:t>
            </a:r>
            <a:endParaRPr sz="900" dirty="0">
              <a:solidFill>
                <a:srgbClr val="AB11B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4" name="Google Shape;84;p13" title="Untitled design (5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87375" y="1782544"/>
            <a:ext cx="375800" cy="37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title="Untitled design (6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80850" y="1777916"/>
            <a:ext cx="375800" cy="37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title="Untitled design (7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74325" y="1782798"/>
            <a:ext cx="375300" cy="37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</Words>
  <Application>Microsoft Macintosh PowerPoint</Application>
  <PresentationFormat>On-screen Show (16:9)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Poppins Medium</vt:lpstr>
      <vt:lpstr>Poppins ExtraBold</vt:lpstr>
      <vt:lpstr>Poppins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Luc Elsby</cp:lastModifiedBy>
  <cp:revision>3</cp:revision>
  <dcterms:modified xsi:type="dcterms:W3CDTF">2025-10-30T14:37:42Z</dcterms:modified>
</cp:coreProperties>
</file>